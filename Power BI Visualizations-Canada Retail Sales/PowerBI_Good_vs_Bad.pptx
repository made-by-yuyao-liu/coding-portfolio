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8"/>
    <p:restoredTop sz="94610"/>
  </p:normalViewPr>
  <p:slideViewPr>
    <p:cSldViewPr snapToGrid="0" snapToObjects="1">
      <p:cViewPr>
        <p:scale>
          <a:sx n="105" d="100"/>
          <a:sy n="105" d="100"/>
        </p:scale>
        <p:origin x="4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291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150.statcan.gc.ca/t1/tbl1/en/tv.action?pid=2010005602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reddit.com/r/dataanalysis/comments/1n1pte8/first_dashboard_any_suggestion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" y="0"/>
            <a:ext cx="12192000" cy="685800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47578" y="2159132"/>
            <a:ext cx="1029683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Good vs. Bad Data </a:t>
            </a:r>
          </a:p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Visualizations in Power BI</a:t>
            </a:r>
            <a:endParaRPr lang="en-US" sz="50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BF6C3F46-E77A-0054-E0DC-21FCD6E666BD}"/>
              </a:ext>
            </a:extLst>
          </p:cNvPr>
          <p:cNvSpPr txBox="1"/>
          <p:nvPr/>
        </p:nvSpPr>
        <p:spPr>
          <a:xfrm>
            <a:off x="3375363" y="4261460"/>
            <a:ext cx="5257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CE6F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design Comparisons and Rationale </a:t>
            </a:r>
          </a:p>
          <a:p>
            <a:pPr marL="0" indent="0" algn="ctr">
              <a:buNone/>
            </a:pPr>
            <a:r>
              <a:rPr lang="en-US" sz="2000" i="1" dirty="0">
                <a:solidFill>
                  <a:srgbClr val="DCE6F2"/>
                </a:solidFill>
                <a:latin typeface="Palatino Linotype" pitchFamily="34" charset="0"/>
              </a:rPr>
              <a:t>Using Canadian Retail Sales Data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0165EE5E-B514-9747-1993-852E81F48059}"/>
              </a:ext>
            </a:extLst>
          </p:cNvPr>
          <p:cNvSpPr txBox="1"/>
          <p:nvPr/>
        </p:nvSpPr>
        <p:spPr>
          <a:xfrm>
            <a:off x="2427712" y="1156716"/>
            <a:ext cx="7336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E8B0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INSY 442 · DATA ANALYSIS &amp; VISUALIZATION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07552" cy="685800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0268" y="64008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80268" y="640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200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80268" y="1645920"/>
            <a:ext cx="5547361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Topic inspiration &amp; data sources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 · Category rankings over time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 · Drivers of the 2024–25 sales change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 · Geographic concentration of sales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 · Provincial performance over time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 · Dependence on one retail category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takeaways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Topic Inspiration &amp; Data Sources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1206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Topic Inspiration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12064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59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737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r/dataanalysis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“First dashboard, any suggestions?”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944368"/>
            <a:ext cx="51206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9443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Dataset Source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310128"/>
            <a:ext cx="512064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8444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335584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Statistics Canada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 20-10-0056-02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Monthly retail trade sales by industry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4562856"/>
            <a:ext cx="51206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457200" y="45628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" y="4928616"/>
            <a:ext cx="512064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02936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4974336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Cleaned to 2022–2026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provinces · 9 major retail categories · monthly sales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035040" y="1325880"/>
            <a:ext cx="0" cy="461772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861304" y="346100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1888" y="3561588"/>
            <a:ext cx="146304" cy="14630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92240" y="12801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Dataset at a Glance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492240" y="1645920"/>
            <a:ext cx="52578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492240" y="1920240"/>
            <a:ext cx="24917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6492240" y="214884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2022–26</a:t>
            </a:r>
            <a:endParaRPr lang="en-US" sz="3000" dirty="0"/>
          </a:p>
        </p:txBody>
      </p:sp>
      <p:sp>
        <p:nvSpPr>
          <p:cNvPr id="27" name="Text 21"/>
          <p:cNvSpPr txBox="1"/>
          <p:nvPr/>
        </p:nvSpPr>
        <p:spPr>
          <a:xfrm>
            <a:off x="6675120" y="3108960"/>
            <a:ext cx="2125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Monthly retail sales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9258300" y="1920240"/>
            <a:ext cx="24917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9258300" y="214884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4400" dirty="0"/>
          </a:p>
        </p:txBody>
      </p:sp>
      <p:sp>
        <p:nvSpPr>
          <p:cNvPr id="30" name="Text 24"/>
          <p:cNvSpPr txBox="1"/>
          <p:nvPr/>
        </p:nvSpPr>
        <p:spPr>
          <a:xfrm>
            <a:off x="9441180" y="3108960"/>
            <a:ext cx="2125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Provinces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492240" y="4114800"/>
            <a:ext cx="24917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6492240" y="434340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4400" dirty="0"/>
          </a:p>
        </p:txBody>
      </p:sp>
      <p:sp>
        <p:nvSpPr>
          <p:cNvPr id="33" name="Text 27"/>
          <p:cNvSpPr txBox="1"/>
          <p:nvPr/>
        </p:nvSpPr>
        <p:spPr>
          <a:xfrm>
            <a:off x="6675120" y="5303520"/>
            <a:ext cx="2125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Major retail categories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9258300" y="4114800"/>
            <a:ext cx="24917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9258300" y="434340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4400" dirty="0"/>
          </a:p>
        </p:txBody>
      </p:sp>
      <p:sp>
        <p:nvSpPr>
          <p:cNvPr id="36" name="Text 30"/>
          <p:cNvSpPr txBox="1"/>
          <p:nvPr/>
        </p:nvSpPr>
        <p:spPr>
          <a:xfrm>
            <a:off x="9441180" y="5303520"/>
            <a:ext cx="2125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Business questions tested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7315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2.1  Stacked bars bury the ranking story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have the rankings of Canadian retail categories changed from 2022 to 2025?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doesn't 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Stacked bar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Category rankings are difficult to track across years.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Stacked segments lack a common baseline, making comparisons difficult.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Changes in total sales can distract from changes in relative ranking.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Categories moving up or down in rank are not immediately visible.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Stacked bar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pbi_imag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115682"/>
            <a:ext cx="6355080" cy="356846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2115682"/>
            <a:ext cx="6355080" cy="3568468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4079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2.2  A ribbon chart makes rank shifts visible at a glance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have the rankings of Canadian retail categories changed from 2022 to 2025?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works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Ribbon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Vertical position makes category rankings easier to identify.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Crossing ribbons clearly highlight changes in rank.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Categories can be easily tracked across multiple years.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Changes in relative position are immediately visible.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Ribbon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pbi_imag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114219"/>
            <a:ext cx="6355080" cy="357139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2114219"/>
            <a:ext cx="6355080" cy="3571395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4079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3.1  Clustered columns force viewers to calculate the change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Which retail categories contributed the most to the change in sales between 2024 and 2025?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doesn't 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Clustered column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Focus on total sales levels rather than the change in sales.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Requires viewers to mentally calculate the difference between 2024 and 2025.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Similar bar heights make smaller changes difficult to identify.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Positive and negative changes are not immediately distinguishable.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Difficult to determine which categories contributed most to the overall change.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Clustered column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pbi_imag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104639"/>
            <a:ext cx="6355080" cy="359055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2104639"/>
            <a:ext cx="6355080" cy="3590554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0843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3.2  A waterfall shows each category's contribution to the change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Which retail categories contributed the most to the change in sales between 2024 and 2025?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works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Waterfall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Direct visualization of the change in sales from 2024 to 2025.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Clear identification of positive and negative contributions.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Categories contributing most to the overall change are easy to identify.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Cumulative effect of each category shown clearly.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Final total provides context for the overall change in retail sales.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Waterfall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pbi_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134985"/>
            <a:ext cx="6355080" cy="3529861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2134985"/>
            <a:ext cx="6355080" cy="3529861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0843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4.1  A table hides where sales are concentrated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Where are Canadian retail sales geographically concentrated in 2025?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doesn't 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Table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Geographic patterns are not immediately visible.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Requires manually comparing sales values across provinces.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Difficult to see where high- and low-sales provinces are located.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Geographic concentration cannot be identified at a glance.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Better for retrieving exact values than understanding spatial patterns.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Table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pbi_imag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274454"/>
            <a:ext cx="6355080" cy="325092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2274454"/>
            <a:ext cx="6355080" cy="3250924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7607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4.2  A bubble map reveals geographic concentration instantly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Where are Canadian retail sales geographically concentrated in 2025?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works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Map visual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Province locations provide immediate geographic context.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Bubble size makes differences in sales magnitude visually apparent.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High-sales regions are easier to identify at a glance.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Geographic concentration and regional patterns are easier to recognize.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Tooltips provide exact sales values when needed.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Map visual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pbi_imag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125014"/>
            <a:ext cx="6355080" cy="354980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2125014"/>
            <a:ext cx="6355080" cy="3549804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7607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5.1  A single card gives no sense of direction or change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is a selected province's retail sales performance changing over time?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doesn't 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Card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Shows only the selected province’s total sales.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comparison with previous-year performance.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Difficult to determine whether performance is improving or declining.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Large sales value provides little context on its own.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Does not directly answer the question about change over time.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Card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pbi_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210240"/>
            <a:ext cx="6355080" cy="3379351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2210240"/>
            <a:ext cx="6355080" cy="3379351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4371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5.2  A KPI with a benchmark shows direction and magnitude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is a selected province's retail sales performance changing over time?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works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KPI with slicers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Direct comparison with previous-year sales performance.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Percentage growth clearly shows the direction and magnitude of change.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 provides an immediate visual signal of performance.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Benchmark provides context for interpreting the current result.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Province and year slicers allow flexible performance comparisons.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KPI with slicers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pbi_imag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296979"/>
            <a:ext cx="6355080" cy="320587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2296979"/>
            <a:ext cx="6355080" cy="3205875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4371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6.1  A treemap shows one snapshot, not a trend in dependence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Which provinces are becoming more dependent on one retail category?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doesn't 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Treemap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Shows category composition for only one point in time.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year-to-year comparison.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Difficult to determine whether dependence on a category is increasing or decreasing.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Rectangle areas are harder to compare precisely.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Does not directly answer the question about becoming more dependent over time.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Treemap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pbi_imag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193591"/>
            <a:ext cx="6355080" cy="3412649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2193591"/>
            <a:ext cx="6355080" cy="3412649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1135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6.2  100% stacked columns expose shifting category shares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Which provinces are becoming more dependent on one retail category?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works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 stacked column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Shows each category as a percentage of total provincial sales.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Easy comparison of category shares across years.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Increasing or decreasing dependence clearly visible over time.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 normalization removes changes caused by overall sales growth.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Makes shifts in the province’s retail sales composition easier to identify.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100% stacked column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pbi_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054321"/>
            <a:ext cx="6355080" cy="3691189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2054321"/>
            <a:ext cx="6355080" cy="3691189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1135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7. Key Takeaways: match the chart to the question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37490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#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Question focus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✕  Weak choice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✓  Better choice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6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Design principle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1131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Q1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Category ranking changes, 2022–2025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51B2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Stacked bar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666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Ribbon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Use position to encode rank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1131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Q2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Contributors to the 2024→2025 sales change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51B2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Clustered column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666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Waterfall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Chart the change itself, not the levels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1131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Q3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Geographic concentration of 2025 sales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51B2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Table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666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Map visual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Put spatial questions on a map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1131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Q4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Provincial performance over time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51B2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Card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666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KPI with slicers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Pair a value with a benchmark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1131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Q5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Growing dependence on one category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51B2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Treemap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666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100% stacked column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Normalize to 100% to compare shares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5" name="Shape 12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07899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1166</Words>
  <Application>Microsoft Macintosh PowerPoint</Application>
  <PresentationFormat>Widescreen</PresentationFormat>
  <Paragraphs>282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vs. Bad Data Visualizations in Power BI</dc:title>
  <dc:subject>PptxGenJS Presentation</dc:subject>
  <dc:creator>Cindy Liu</dc:creator>
  <cp:lastModifiedBy>Cindy Liu</cp:lastModifiedBy>
  <cp:revision>6</cp:revision>
  <dcterms:created xsi:type="dcterms:W3CDTF">2026-09-30T18:16:29Z</dcterms:created>
  <dcterms:modified xsi:type="dcterms:W3CDTF">2026-10-12T02:39:59Z</dcterms:modified>
</cp:coreProperties>
</file>